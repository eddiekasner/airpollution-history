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</a:t>
            </a:r>
            <a:r>
              <a:rPr lang="en-US" baseline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201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005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1407"/>
            </a:lvl1pPr>
            <a:lvl2pPr>
              <a:defRPr sz="1206"/>
            </a:lvl2pPr>
            <a:lvl3pPr>
              <a:defRPr sz="1005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1407"/>
            </a:lvl1pPr>
            <a:lvl2pPr>
              <a:defRPr sz="1206"/>
            </a:lvl2pPr>
            <a:lvl3pPr>
              <a:defRPr sz="1005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206" b="1"/>
            </a:lvl1pPr>
            <a:lvl2pPr marL="342900" indent="0">
              <a:buNone/>
              <a:defRPr sz="1005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  <a:lvl6pPr marL="1714500" indent="0">
              <a:buNone/>
              <a:defRPr sz="1000" b="1"/>
            </a:lvl6pPr>
            <a:lvl7pPr marL="2057400" indent="0">
              <a:buNone/>
              <a:defRPr sz="1000" b="1"/>
            </a:lvl7pPr>
            <a:lvl8pPr marL="2400300" indent="0">
              <a:buNone/>
              <a:defRPr sz="1000" b="1"/>
            </a:lvl8pPr>
            <a:lvl9pPr marL="2743200" indent="0">
              <a:buNone/>
              <a:defRPr sz="10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206"/>
            </a:lvl1pPr>
            <a:lvl2pPr>
              <a:defRPr sz="1005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206" b="1"/>
            </a:lvl1pPr>
            <a:lvl2pPr marL="342900" indent="0">
              <a:buNone/>
              <a:defRPr sz="1005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  <a:lvl6pPr marL="1714500" indent="0">
              <a:buNone/>
              <a:defRPr sz="1000" b="1"/>
            </a:lvl6pPr>
            <a:lvl7pPr marL="2057400" indent="0">
              <a:buNone/>
              <a:defRPr sz="1000" b="1"/>
            </a:lvl7pPr>
            <a:lvl8pPr marL="2400300" indent="0">
              <a:buNone/>
              <a:defRPr sz="1000" b="1"/>
            </a:lvl8pPr>
            <a:lvl9pPr marL="2743200" indent="0">
              <a:buNone/>
              <a:defRPr sz="10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206"/>
            </a:lvl1pPr>
            <a:lvl2pPr>
              <a:defRPr sz="1005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005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1608"/>
            </a:lvl1pPr>
            <a:lvl2pPr>
              <a:defRPr sz="1407"/>
            </a:lvl2pPr>
            <a:lvl3pPr>
              <a:defRPr sz="1206"/>
            </a:lvl3pPr>
            <a:lvl4pPr>
              <a:defRPr sz="1005"/>
            </a:lvl4pPr>
            <a:lvl5pPr>
              <a:defRPr sz="1005"/>
            </a:lvl5pPr>
            <a:lvl6pPr>
              <a:defRPr sz="1005"/>
            </a:lvl6pPr>
            <a:lvl7pPr>
              <a:defRPr sz="1005"/>
            </a:lvl7pPr>
            <a:lvl8pPr>
              <a:defRPr sz="1005"/>
            </a:lvl8pPr>
            <a:lvl9pPr>
              <a:defRPr sz="10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00"/>
            </a:lvl1pPr>
            <a:lvl2pPr marL="342900" indent="0">
              <a:buNone/>
              <a:defRPr sz="1000"/>
            </a:lvl2pPr>
            <a:lvl3pPr marL="685800" indent="0">
              <a:buNone/>
              <a:defRPr sz="1000"/>
            </a:lvl3pPr>
            <a:lvl4pPr marL="1028700" indent="0">
              <a:buNone/>
              <a:defRPr sz="1000"/>
            </a:lvl4pPr>
            <a:lvl5pPr marL="1371600" indent="0">
              <a:buNone/>
              <a:defRPr sz="1000"/>
            </a:lvl5pPr>
            <a:lvl6pPr marL="1714500" indent="0">
              <a:buNone/>
              <a:defRPr sz="1000"/>
            </a:lvl6pPr>
            <a:lvl7pPr marL="2057400" indent="0">
              <a:buNone/>
              <a:defRPr sz="1000"/>
            </a:lvl7pPr>
            <a:lvl8pPr marL="2400300" indent="0">
              <a:buNone/>
              <a:defRPr sz="1000"/>
            </a:lvl8pPr>
            <a:lvl9pPr marL="27432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005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1608"/>
            </a:lvl1pPr>
            <a:lvl2pPr marL="342900" indent="0">
              <a:buNone/>
              <a:defRPr sz="1407"/>
            </a:lvl2pPr>
            <a:lvl3pPr marL="685800" indent="0">
              <a:buNone/>
              <a:defRPr sz="1206"/>
            </a:lvl3pPr>
            <a:lvl4pPr marL="1028700" indent="0">
              <a:buNone/>
              <a:defRPr sz="1005"/>
            </a:lvl4pPr>
            <a:lvl5pPr marL="1371600" indent="0">
              <a:buNone/>
              <a:defRPr sz="1005"/>
            </a:lvl5pPr>
            <a:lvl6pPr marL="1714500" indent="0">
              <a:buNone/>
              <a:defRPr sz="1005"/>
            </a:lvl6pPr>
            <a:lvl7pPr marL="2057400" indent="0">
              <a:buNone/>
              <a:defRPr sz="1005"/>
            </a:lvl7pPr>
            <a:lvl8pPr marL="2400300" indent="0">
              <a:buNone/>
              <a:defRPr sz="1005"/>
            </a:lvl8pPr>
            <a:lvl9pPr marL="2743200" indent="0">
              <a:buNone/>
              <a:defRPr sz="1005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00"/>
            </a:lvl1pPr>
            <a:lvl2pPr marL="342900" indent="0">
              <a:buNone/>
              <a:defRPr sz="1000"/>
            </a:lvl2pPr>
            <a:lvl3pPr marL="685800" indent="0">
              <a:buNone/>
              <a:defRPr sz="1000"/>
            </a:lvl3pPr>
            <a:lvl4pPr marL="1028700" indent="0">
              <a:buNone/>
              <a:defRPr sz="1000"/>
            </a:lvl4pPr>
            <a:lvl5pPr marL="1371600" indent="0">
              <a:buNone/>
              <a:defRPr sz="1000"/>
            </a:lvl5pPr>
            <a:lvl6pPr marL="1714500" indent="0">
              <a:buNone/>
              <a:defRPr sz="1000"/>
            </a:lvl6pPr>
            <a:lvl7pPr marL="2057400" indent="0">
              <a:buNone/>
              <a:defRPr sz="1000"/>
            </a:lvl7pPr>
            <a:lvl8pPr marL="2400300" indent="0">
              <a:buNone/>
              <a:defRPr sz="1000"/>
            </a:lvl8pPr>
            <a:lvl9pPr marL="27432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2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Hello</a:t>
            </a:r>
            <a:r>
              <a:rPr lang="en-US"/>
              <a:t>, world.</a:t>
            </a:r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Two-Content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Some content on </a:t>
            </a:r>
            <a:r>
              <a:rPr lang="en-US"/>
              <a:t>the left.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Some content on the right.</a:t>
            </a:r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Jesse Rosenthal</cp:lastModifiedBy>
  <cp:revision>5</cp:revision>
  <dcterms:created xsi:type="dcterms:W3CDTF">2017-06-05T14:10:58Z</dcterms:created>
  <dcterms:modified xsi:type="dcterms:W3CDTF">2022-01-02T22:49:03Z</dcterms:modified>
</cp:coreProperties>
</file>